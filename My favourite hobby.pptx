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9D9BAA94-93F8-4CD8-9D1A-4E8AA4A9202E}">
          <p14:sldIdLst>
            <p14:sldId id="256"/>
            <p14:sldId id="257"/>
          </p14:sldIdLst>
        </p14:section>
        <p14:section name="Untitled Section" id="{D222C9E7-698A-432E-A0C4-9BAB2F39DBBD}">
          <p14:sldIdLst>
            <p14:sldId id="258"/>
            <p14:sldId id="259"/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21T10:02:06.439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41B4D-040D-432F-A88F-61A52317B5F8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E1734F-70B3-4B28-8961-4B2FA7E4AE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689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E1734F-70B3-4B28-8961-4B2FA7E4AEE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14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695D-A4D6-453E-829E-1F2554B628A0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DB14D-6FE2-4B0B-9986-744E55FFB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818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695D-A4D6-453E-829E-1F2554B628A0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DB14D-6FE2-4B0B-9986-744E55FFB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867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695D-A4D6-453E-829E-1F2554B628A0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DB14D-6FE2-4B0B-9986-744E55FFB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671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695D-A4D6-453E-829E-1F2554B628A0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DB14D-6FE2-4B0B-9986-744E55FFB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69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695D-A4D6-453E-829E-1F2554B628A0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DB14D-6FE2-4B0B-9986-744E55FFB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857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695D-A4D6-453E-829E-1F2554B628A0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DB14D-6FE2-4B0B-9986-744E55FFB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02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695D-A4D6-453E-829E-1F2554B628A0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DB14D-6FE2-4B0B-9986-744E55FFB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478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695D-A4D6-453E-829E-1F2554B628A0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DB14D-6FE2-4B0B-9986-744E55FFB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120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695D-A4D6-453E-829E-1F2554B628A0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DB14D-6FE2-4B0B-9986-744E55FFB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724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695D-A4D6-453E-829E-1F2554B628A0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DB14D-6FE2-4B0B-9986-744E55FFB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52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695D-A4D6-453E-829E-1F2554B628A0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DB14D-6FE2-4B0B-9986-744E55FFB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5235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695D-A4D6-453E-829E-1F2554B628A0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DB14D-6FE2-4B0B-9986-744E55FFB4F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414557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695D-A4D6-453E-829E-1F2554B628A0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DB14D-6FE2-4B0B-9986-744E55FFB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70820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695D-A4D6-453E-829E-1F2554B628A0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DB14D-6FE2-4B0B-9986-744E55FFB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03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695D-A4D6-453E-829E-1F2554B628A0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DB14D-6FE2-4B0B-9986-744E55FFB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8950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695D-A4D6-453E-829E-1F2554B628A0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DB14D-6FE2-4B0B-9986-744E55FFB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8874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8695D-A4D6-453E-829E-1F2554B628A0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DB14D-6FE2-4B0B-9986-744E55FFB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106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8695D-A4D6-453E-829E-1F2554B628A0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1DB14D-6FE2-4B0B-9986-744E55FFB4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26802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75688-A64E-2B7E-F787-09706758A2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199" y="745067"/>
            <a:ext cx="7237413" cy="2336800"/>
          </a:xfrm>
        </p:spPr>
        <p:txBody>
          <a:bodyPr/>
          <a:lstStyle/>
          <a:p>
            <a:r>
              <a:rPr lang="en-IN" dirty="0"/>
              <a:t>My favourite hobby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D81AB3-BF55-7DF4-CBFD-CD8C51D7A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6822" y="3896847"/>
            <a:ext cx="8825658" cy="861420"/>
          </a:xfrm>
        </p:spPr>
        <p:txBody>
          <a:bodyPr/>
          <a:lstStyle/>
          <a:p>
            <a:r>
              <a:rPr lang="en-IN" sz="2800" dirty="0"/>
              <a:t>Your</a:t>
            </a:r>
            <a:r>
              <a:rPr lang="en-IN" dirty="0"/>
              <a:t> </a:t>
            </a:r>
            <a:r>
              <a:rPr lang="en-IN" sz="2800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8677230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30C40-6853-0BA3-3325-06426B31FA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6443" y="512763"/>
            <a:ext cx="9001462" cy="238760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BC1446-0084-CCD9-6D4F-EEC0A5499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6443" y="4221470"/>
            <a:ext cx="9001462" cy="1655762"/>
          </a:xfrm>
        </p:spPr>
        <p:txBody>
          <a:bodyPr/>
          <a:lstStyle/>
          <a:p>
            <a:r>
              <a:rPr lang="en-US" dirty="0"/>
              <a:t>My </a:t>
            </a:r>
            <a:r>
              <a:rPr lang="en-US" dirty="0" err="1"/>
              <a:t>favourite</a:t>
            </a:r>
            <a:r>
              <a:rPr lang="en-US" dirty="0"/>
              <a:t> hobby is </a:t>
            </a:r>
            <a:r>
              <a:rPr lang="en-US" b="1" dirty="0"/>
              <a:t>drawing</a:t>
            </a:r>
            <a:r>
              <a:rPr lang="en-US" dirty="0"/>
              <a:t>. It helps me express my creativity and relax after studies.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08298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32F069-8BDD-2A03-3A43-7F29DBD35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IN" dirty="0"/>
              <a:t>Why I like it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1B12B6F-E6D4-9985-28DC-454493D19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r>
              <a:rPr lang="en-IN" dirty="0"/>
              <a:t>Enhances creativity </a:t>
            </a:r>
          </a:p>
          <a:p>
            <a:r>
              <a:rPr lang="en-IN" dirty="0"/>
              <a:t> Reduces stress </a:t>
            </a:r>
          </a:p>
          <a:p>
            <a:r>
              <a:rPr lang="en-IN" dirty="0"/>
              <a:t> Helps express emotions </a:t>
            </a:r>
          </a:p>
          <a:p>
            <a:r>
              <a:rPr lang="en-IN" dirty="0"/>
              <a:t>Fun and rewarding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96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26D37-4D15-6037-AF57-728C1082A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 drawing setup</a:t>
            </a:r>
          </a:p>
        </p:txBody>
      </p:sp>
      <p:pic>
        <p:nvPicPr>
          <p:cNvPr id="16" name="Content Placeholder 15" descr="Cat with solid fill">
            <a:extLst>
              <a:ext uri="{FF2B5EF4-FFF2-40B4-BE49-F238E27FC236}">
                <a16:creationId xmlns:a16="http://schemas.microsoft.com/office/drawing/2014/main" id="{19C6E03E-E464-B31D-3B6F-4B5B7B55F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4401" y="1611313"/>
            <a:ext cx="4504266" cy="4504266"/>
          </a:xfrm>
        </p:spPr>
      </p:pic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B92CA267-A8C9-7A15-A952-F4685B2AD322}"/>
                  </a:ext>
                </a:extLst>
              </p14:cNvPr>
              <p14:cNvContentPartPr/>
              <p14:nvPr/>
            </p14:nvContentPartPr>
            <p14:xfrm>
              <a:off x="7755333" y="-525200"/>
              <a:ext cx="360" cy="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B92CA267-A8C9-7A15-A952-F4685B2AD3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46333" y="-579200"/>
                <a:ext cx="18000" cy="10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52103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A5D1A-8BE8-C480-AE41-E6915A0E2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EFE59-5F81-102C-CE16-2326CB604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867" y="3107267"/>
            <a:ext cx="10183824" cy="2362200"/>
          </a:xfrm>
        </p:spPr>
        <p:txBody>
          <a:bodyPr/>
          <a:lstStyle/>
          <a:p>
            <a:pPr lvl="3" algn="ctr"/>
            <a:r>
              <a:rPr lang="en-US" sz="2800" dirty="0"/>
              <a:t>My hobby keeps me happy and motivated. I will continue pursuing it with passion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515540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27</TotalTime>
  <Words>60</Words>
  <Application>Microsoft Office PowerPoint</Application>
  <PresentationFormat>Widescreen</PresentationFormat>
  <Paragraphs>16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Bookman Old Style</vt:lpstr>
      <vt:lpstr>Calibri</vt:lpstr>
      <vt:lpstr>Rockwell</vt:lpstr>
      <vt:lpstr>Damask</vt:lpstr>
      <vt:lpstr>My favourite hobby</vt:lpstr>
      <vt:lpstr>Introduction</vt:lpstr>
      <vt:lpstr>Why I like it </vt:lpstr>
      <vt:lpstr>My drawing setup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nandhika T</dc:creator>
  <cp:lastModifiedBy>nandhika T</cp:lastModifiedBy>
  <cp:revision>1</cp:revision>
  <dcterms:created xsi:type="dcterms:W3CDTF">2025-12-21T09:42:54Z</dcterms:created>
  <dcterms:modified xsi:type="dcterms:W3CDTF">2025-12-21T10:10:13Z</dcterms:modified>
</cp:coreProperties>
</file>